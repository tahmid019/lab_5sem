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Socket Programming in 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Introduction, Functions, Execution, and Output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Socket Programming?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Socket programming is a way to connect two nodes on a network to communicate with each other.</a:t>
            </a:r>
          </a:p>
          <a:p>
            <a:pPr/>
            <a:r>
              <a:t>One socket (node) listens on a particular port, while the other socket reaches out to the other to form a connection.</a:t>
            </a:r>
          </a:p>
          <a:p>
            <a:pPr/>
            <a:r>
              <a:t>It's widely used in client-server architecture and internet applications.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Sockets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Required header files: &lt;sys/socket.h&gt;, &lt;netinet/in.h&gt;, &lt;arpa/inet.h&gt;, &lt;unistd.h&gt;</a:t>
            </a:r>
          </a:p>
          <a:p>
            <a:pPr/>
            <a:r>
              <a:t>Sockets are endpoints for sending and receiving data across a network.</a:t>
            </a:r>
          </a:p>
          <a:p>
            <a:pPr/>
            <a:r>
              <a:t>Programs typically include both a server and a client.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Function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socket(): Creates a new socket</a:t>
            </a:r>
          </a:p>
          <a:p>
            <a:pPr/>
            <a:r>
              <a:t>bind(): Binds socket to an address and port</a:t>
            </a:r>
          </a:p>
          <a:p>
            <a:pPr/>
            <a:r>
              <a:t>listen(): Listens for incoming connections</a:t>
            </a:r>
          </a:p>
          <a:p>
            <a:pPr/>
            <a:r>
              <a:t>accept(): Accepts a connection (server side)</a:t>
            </a:r>
          </a:p>
          <a:p>
            <a:pPr/>
            <a:r>
              <a:t>connect(): Initiates a connection (client side)</a:t>
            </a:r>
          </a:p>
          <a:p>
            <a:pPr/>
            <a:r>
              <a:t>send() / recv(): Sends or receives data</a:t>
            </a:r>
          </a:p>
          <a:p>
            <a:pPr/>
            <a:r>
              <a:t>close(): Closes the socket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Server-Side Code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Create socket using socket()</a:t>
            </a:r>
          </a:p>
          <a:p>
            <a:pPr/>
            <a:r>
              <a:t>2. Bind socket using bind()</a:t>
            </a:r>
          </a:p>
          <a:p>
            <a:pPr/>
            <a:r>
              <a:t>3. Listen for connections using listen()</a:t>
            </a:r>
          </a:p>
          <a:p>
            <a:pPr/>
            <a:r>
              <a:t>4. Accept connections using accept()</a:t>
            </a:r>
          </a:p>
          <a:p>
            <a:pPr/>
            <a:r>
              <a:t>5. Receive and send messages</a:t>
            </a:r>
          </a:p>
          <a:p>
            <a:pPr/>
            <a:r>
              <a:t>6. Close the socket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Client-Side Code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Create socket using socket()</a:t>
            </a:r>
          </a:p>
          <a:p>
            <a:pPr/>
            <a:r>
              <a:t>2. Connect to server using connect()</a:t>
            </a:r>
          </a:p>
          <a:p>
            <a:pPr/>
            <a:r>
              <a:t>3. Send and receive messages</a:t>
            </a:r>
          </a:p>
          <a:p>
            <a:pPr/>
            <a:r>
              <a:t>4. Close the socket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Compile &amp;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Compile the server and client code separately using gcc:</a:t>
            </a:r>
          </a:p>
          <a:p>
            <a:pPr/>
            <a:r>
              <a:t>gcc server.c -o server</a:t>
            </a:r>
          </a:p>
          <a:p>
            <a:pPr/>
            <a:r>
              <a:t>gcc client.c -o client</a:t>
            </a:r>
          </a:p>
          <a:p>
            <a:pPr/>
            <a:r>
              <a:t>Run the server: ./server</a:t>
            </a:r>
          </a:p>
          <a:p>
            <a:pPr/>
            <a:r>
              <a:t>Run the client in another terminal: ./client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Server Terminal:</a:t>
            </a:r>
          </a:p>
          <a:p>
            <a:pPr/>
            <a:r>
              <a:t>  Server listening...</a:t>
            </a:r>
          </a:p>
          <a:p>
            <a:pPr/>
            <a:r>
              <a:t>  Connection accepted from client.</a:t>
            </a:r>
          </a:p>
          <a:p>
            <a:pPr/>
            <a:r>
              <a:t>Client Terminal:</a:t>
            </a:r>
          </a:p>
          <a:p>
            <a:pPr/>
            <a:r>
              <a:t>  Message sent to server: Hello Server</a:t>
            </a:r>
          </a:p>
          <a:p>
            <a:pPr/>
            <a:r>
              <a:t>  Reply from server: Hello Client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